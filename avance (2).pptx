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1.25 – 4.15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4.15 – 7.01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7.01 – 9.86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9.86 – 12.7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12.7 – 15.6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15.6 – 18.4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18.4 – 21.3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21.3 – 24.2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24.2 – 27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27 – 29.9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29.9 – 32.7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32.7 – 35.6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38.4 – 41.3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la clase con más datos.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accionables, decisiones tomadas y preparación de la defensa oral (5–10 min).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