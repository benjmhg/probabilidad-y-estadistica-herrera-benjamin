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descriptiva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univariada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variables clave.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accionables, decisiones tomadas y preparación de la defensa oral (5–10 min).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